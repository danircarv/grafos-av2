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per_cover.jp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>
              <a:alpha val="5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0" y="0"/>
            <a:ext cx="6400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78808" y="0"/>
            <a:ext cx="49651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0" y="347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 com Grafos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389120" y="804672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Medida de Distância entre Grafos Relacionais Atribuídos para Reconhecimento de Padrões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0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Sanfeliu &amp; Fu (1983) — Implementação em Java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3456432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36393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Rodrigues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2410395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28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Transactions on Systems, Man, and Cybernetics — Vol. SMC-13, No. 3, 1983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247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124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463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medir distância entre grafos?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848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2084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Central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d(gᵢ, gⱼ) e os 7 coeficientes de custo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0449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3044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dos Grafos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Nós, arestas, atributos — AttributedGraph.java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050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4005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Java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343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Pacotes, classes e responsabilidades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1247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58968" y="1124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Artigo → Código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1463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conceito do paper refletido em Java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01168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0848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58968" y="2084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Branch-and-Bound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 em MatchingEngine.java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41605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0449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58968" y="3044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Execução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58968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caracteres b, d, h, 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Contexto — Por que medir distância entre grafos?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Clássico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relacionais atribuídos (ARGs) representam padrões visuais — cenas, caracteres, imagens. O desafio é comparar dois grafos que podem ter ruídos e deformações.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Abordagens anteriores e seus limites: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Isomorfismo de grafos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exige matching perfeito — quebrável por ruído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features (vetor n-dim)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perde a estrutura relacional do grafo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Gramáticas externas (DGG)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normalização problemática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de Sanfeliu &amp; Fu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baseada no custo mínimo de transformações para converter um grafo de entrada no grafo de referência.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consideradas: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6517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reconhecimento de nós (Cnr)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e deleção de nós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e deleção de arestas (branches)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de rótulos de nós e arestas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node splitting e merging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Central do Artigo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005840"/>
          </a:xfrm>
          <a:prstGeom prst="rect">
            <a:avLst/>
          </a:prstGeom>
          <a:solidFill>
            <a:srgbClr val="0F223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d(gᵢ, gⱼ) = min { wnr·Cnr + wni·Cni + wnd·Cnd + wbi·Cbi + wbd·Cbd + wns·Cns + wbs·Cbs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Sujeito a:  wnr + wni + wnd + wbi + wbd + wns + wbs =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7627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677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Recognition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nó de entrada vs. referência via funções fn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217627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217627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22677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32888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Insertion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2888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nó ausente no grafo transformado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62856" y="217627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62856" y="217627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2677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54296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Deletion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54296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nó extra do grafo de entrada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84264" y="217627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84264" y="217627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22677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75704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Insertion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aresta faltante (branch)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1071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1071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021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1480" y="38496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Deletion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10565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aresta extra do grafo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41448" y="341071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41448" y="341071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35021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32888" y="38496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Substitution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32888" y="410565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rótulo de nó para coincidir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62856" y="3410712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62856" y="3410712"/>
            <a:ext cx="20299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4296" y="35021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654296" y="38496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Substitution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54296" y="410565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rótulo de aresta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dos Grafos — AttributedGraph.java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Identificador único do nó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Rótulo principal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branchLabel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Label de ramo (quando necessário)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Map&lt;String,String&gt; attributes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Atributos adicionais do nó — chave λᵢ do artigo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Edge.java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sourceId / targetId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Nós de origem e destino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Rótulo da aresta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Map&lt;String,String&gt; attributes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Atributos adicionais da aresta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AttributedGraph: nós e arestas armazenados com lookup O(1) por índice — garante eficiência na busca por matching.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663440"/>
            <a:ext cx="64008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470916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trabalha com grafos atribuídos: forma + rótulos + atributos todos entram na conta da distância.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Projeto Java — Pacotes e Classes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06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563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do grafo atribuído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AttributedGraph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416052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06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distance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563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da distância — core do algoritmo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89280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GraphEditDistance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MatchingEngine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CostFunction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AttributeValidator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4160520" cy="4572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0266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34838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grafos sintéticos b/d/h/k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8130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SyntheticDatasetGenerator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GraphSample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41605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0266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34838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entrada e exportação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8130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TestCases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VisualizerExporter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192024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343400" y="1874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→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Artigo → Código  (1 /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do Artigo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/ Método 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361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 (Attributed Relational Graph)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53619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AttributedGraph.java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153619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(Node), arestas (Edge), índices para lookup O(1)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850392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com atributos λᵢ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1945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label, branchLabel, Map&lt;String,String&gt; attributes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79776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529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DGG (estrutura)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8529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SyntheticDatasetGenerator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8529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protótipos b, d, h, k com ruído controlado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850392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1129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wnr…wbs (Eq. 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35112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CostFunction.Weights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51129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normaliza automaticamente: soma =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96512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696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Cnr – custo de reconhecimento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41696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CostFunction.nodeRecognitionCost()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16966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desvio de grau + mismatch de atributos, clamp [0,1]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Artigo → Código  (2 /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do Artigo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/ Método 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179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matching (Steps 1–5)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0" y="1517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MatchingEngine.search()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51790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recursivo: mapear, deletar ou inserir nós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85039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848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candidatos por custo fn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20848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candidateCount() + ordenação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20848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nós por nº de candidatos ↓ para podar cedo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51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transformações (Rules 1–5)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0" y="2651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finalCost()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26517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inserções/deleções de arestas após mapping fixado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63824"/>
            <a:ext cx="85039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18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– validar atributos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0" y="32186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AttributeValidator.isValidMapping()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77840" y="32186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consistência de rótulos e estrutura de arestas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8561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/ poda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17520" y="37856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optimisticLowerBound()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77840" y="378561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otimalidade e performance — poda ramos inviáveis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5039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5254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d(gᵢ, gⱼ) = mínimo global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17520" y="43525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GraphEditDistance.distance()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435254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 pública: invoca engine, retorna DistanceResult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CostFunction.java — Implementação dos Custos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846320" cy="3977640"/>
          </a:xfrm>
          <a:prstGeom prst="rect">
            <a:avLst/>
          </a:prstGeom>
          <a:solidFill>
            <a:srgbClr val="0F223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CostFunction.java  (trecho)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4663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 nodeRecognitionCost(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AttributedGraph source, Node src,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AttributedGraph target, Node tgt) {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degreeDiff = Math.abs(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source.degree(src.getId())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target.degree(tgt.getId()));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maxDeg = Math.max(1,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Math.max(source.degree(src.getId()),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target.degree(tgt.getId())));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structural = degreeDiff / maxDeg;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attrMismatch =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attributeMismatch(src, tgt);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weights.wnr *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clamp01((structural + attrMismatch) / 2.0);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24128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024128"/>
            <a:ext cx="35204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1521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 com Cnr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4813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define Cnr = Σ wnk·fnk. O código usa grau + atributos como funções fn, normalizadas em [0,1].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37744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377440"/>
            <a:ext cx="35204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5054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normalizados (Eq. 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8346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construtor Weights() divide cada peso pela soma total, garantindo wnr+wni+…+wbs = 1 automaticamente.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730752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3730752"/>
            <a:ext cx="35204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3858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custos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41879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nodeInsertionCost, nodeDeletionCost, branchInsertionCost/DeletionCost retornam peso × 1 diretamente.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Branch-and-Bound — search() em MatchingEngine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MatchingEngine.java percorre configurações de matching usando backtracking com poda por lower bound.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68249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70992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nós fonte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19456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candidateCount() ↓ depois degree ↓ — nós mais restritivos primeiro para podar cedo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572768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68249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170992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configuração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19456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nó: tentar mapear para nó alvo ou marcar como deletado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572768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168249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0568" y="170992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/ Poda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19456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optimisticLowerBound() — se custo estimado ≥ melhor atual, descarta ramo inteiro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64408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37413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" y="340156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atributos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" y="388620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AttributeValidator.isValidMapping() — verifica consistência de rótulos e estrutura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264408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337413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340156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custo total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388620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finalCost(): inserções/deleções de arestas + nós não mapeados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264408"/>
            <a:ext cx="2788920" cy="1536192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81928" y="3374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30568" y="340156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mínimo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81928" y="3886200"/>
            <a:ext cx="2587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DistanceResult com mapping ótimo, custo final e lista de operações realizadas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Execução — Reconhecimento de Caracteres b, d, h, 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aplica a medida a caracteres manuscritos minúsculos. A implementação Java replica o mesmo cenário via SyntheticDatasetGenerator + Main.runDemo().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6700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nós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superior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Haste vertical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27632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2468880" y="26700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nós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94436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inferior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Haste à direita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60020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60020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627632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617720" y="26700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nós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94436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Haste + curva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600200"/>
            <a:ext cx="19933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60020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627632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766560" y="26700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nós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94436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Haste + dois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branços diagonais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8503920" cy="1207008"/>
          </a:xfrm>
          <a:prstGeom prst="rect">
            <a:avLst/>
          </a:prstGeom>
          <a:solidFill>
            <a:srgbClr val="0F223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(artigo Tabela I):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 b₁ → dist(b)=0.20  &lt;  dist(h)=0.23  &lt;  dist(d)=0.76  →  classe 'b' 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416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reproduz essa lógica em Main.runDemo() comparando cada amostra com os 4 protótipos.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em Java implementa fielmente cada componente da fórmula d(gᵢ,gⱼ):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13816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82296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ao artigo: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da fórmula d(gᵢ,gⱼ) mapeado diretamente a uma classe/método Java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13816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67712"/>
            <a:ext cx="82296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59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CostFunction.Weights permite ajustar os 7 pesos sem alterar o algoritmo central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813816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90672"/>
            <a:ext cx="82296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821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optimisticLowerBound() implementa poda A*-like — evita explorar configurações inviáveis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813816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13632"/>
            <a:ext cx="82296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050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SyntheticDatasetGenerator + Main.runDemo() reproduzem o experimento de caracteres do artigo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do artigo sai do papel e vira um algoritmo executável, capaz de comparar grafos e apoiar tarefas de classificação.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Rodrigues  ·  Matrícula: 2410395  ·  Resolução de Problemas com Grafos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Distância entre Grafos Atribuídos</dc:title>
  <dc:subject>PptxGenJS Presentation</dc:subject>
  <dc:creator>PptxGenJS</dc:creator>
  <cp:lastModifiedBy>PptxGenJS</cp:lastModifiedBy>
  <cp:revision>1</cp:revision>
  <dcterms:created xsi:type="dcterms:W3CDTF">2026-05-14T10:46:44Z</dcterms:created>
  <dcterms:modified xsi:type="dcterms:W3CDTF">2026-05-14T10:46:44Z</dcterms:modified>
</cp:coreProperties>
</file>